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3"/>
  </p:normalViewPr>
  <p:slideViewPr>
    <p:cSldViewPr snapToGrid="0" snapToObjects="1">
      <p:cViewPr>
        <p:scale>
          <a:sx n="113" d="100"/>
          <a:sy n="113" d="100"/>
        </p:scale>
        <p:origin x="106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A3073-4157-774B-80FE-4B9C959B4B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C70DB3-5BAA-2A4A-97E5-68EE20DE74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853F7-EF60-2340-93AF-4BB7BC764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87C0C-602D-8940-9041-B336B70A0C3F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8EE91-EB2A-C644-95AD-8D0B94919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0B60E-CA8B-4549-B2DD-91D71D6E9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D0692-BB53-6449-8354-539A69709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875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E389B-7D67-8941-9F6D-2653B36C1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EDBC9-0609-FF47-9FD7-3C0A15644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27D74-5007-254C-AFF8-F994A31CB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87C0C-602D-8940-9041-B336B70A0C3F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EC972-F6F5-0845-84DB-A90309CA1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FB5F1-EC52-3646-83A4-D89A5B696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D0692-BB53-6449-8354-539A69709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99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173B5-64D2-704E-B6D6-50BDA3F4B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7EFA5-3210-B841-80F1-DB0874EDD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180B4-697D-4345-B5DE-8920C25C6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87C0C-602D-8940-9041-B336B70A0C3F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61F29-6851-2D4B-B740-4DD2C3F25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82682-ECB9-7740-BAC1-5ED66E5A3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D0692-BB53-6449-8354-539A69709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263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8FC1C-9A08-A641-B809-D8F013961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ED89D-78E1-B64E-9FCC-CA49B0958C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9FEB0-2324-7743-A080-0FE5B5F48D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A13EA2-ED30-F044-8CA7-19E9C11B9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87C0C-602D-8940-9041-B336B70A0C3F}" type="datetimeFigureOut">
              <a:rPr lang="en-US" smtClean="0"/>
              <a:t>3/6/25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34107-82A6-7C43-BD9D-42406CA70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7D58D0-054E-1B4B-BE35-48270262C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D0692-BB53-6449-8354-539A69709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676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AB3BC-20D6-AC45-B232-C911886C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F509F-90E2-174C-96E4-E44EB3005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E52C24-A6A2-ED46-9AD6-99D0FB9512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AE8C2C-E317-4743-A20C-A8D22417CB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0DDAE8-289C-B641-A42A-21B20D6656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6B31D9-E930-454E-9430-6E3A6495C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87C0C-602D-8940-9041-B336B70A0C3F}" type="datetimeFigureOut">
              <a:rPr lang="en-US" smtClean="0"/>
              <a:t>3/6/25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9B31D1-5A70-3944-8F6B-67195FE06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592FC3-75C1-D24D-BE1D-9F5F6C565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D0692-BB53-6449-8354-539A69709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817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7AD69-5663-0B4E-9AE6-9B34C9AF0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CD0838-A643-1B4B-8A61-1C823A2AF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87C0C-602D-8940-9041-B336B70A0C3F}" type="datetimeFigureOut">
              <a:rPr lang="en-US" smtClean="0"/>
              <a:t>3/6/25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1A212E-5B6A-EF46-9B8E-BC52B7905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B4535-33F7-F34D-BD5A-AAE07EA9D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D0692-BB53-6449-8354-539A69709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771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350B90-2C47-814D-8A3C-9DA15A5E6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87C0C-602D-8940-9041-B336B70A0C3F}" type="datetimeFigureOut">
              <a:rPr lang="en-US" smtClean="0"/>
              <a:t>3/6/25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F2B56C-505C-E045-8F29-E0BB9B525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8D074C-138B-A44A-A6E6-4CE36724E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D0692-BB53-6449-8354-539A69709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015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27387-5DF7-C24F-AA37-DDD0A5674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84351-F3C8-5A4F-90B9-0C00033B4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FB74FB-C4A7-E540-AC16-A0B8BE529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42876-9A55-ED44-BBC5-A023F7B21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87C0C-602D-8940-9041-B336B70A0C3F}" type="datetimeFigureOut">
              <a:rPr lang="en-US" smtClean="0"/>
              <a:t>3/6/25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8DDF1C-D4B6-0343-BEE9-F472656F5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E2084-C8EF-3445-ACD1-0DFF5D4E5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D0692-BB53-6449-8354-539A69709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483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24EC9-5328-4B4F-862C-725E53345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244B39-D8D7-424B-83B0-C5B1F7B8AE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7CDF77-AB5C-CD46-AE38-866489B93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F447CC-2403-0241-8252-0BE6FBCB0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87C0C-602D-8940-9041-B336B70A0C3F}" type="datetimeFigureOut">
              <a:rPr lang="en-US" smtClean="0"/>
              <a:t>3/6/25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D3B571-1B84-554B-ABB8-2ED3F487C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B93D7-97E1-0844-8C35-BA7CCC561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D0692-BB53-6449-8354-539A69709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850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575A4-0F02-374C-BEDF-2A5450862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713538-0A9B-F949-89C9-BE5C880736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1A939-2895-D04D-9176-666DEAF2F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87C0C-602D-8940-9041-B336B70A0C3F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F0492-5414-7149-A047-0D0F214EB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AB63F-D587-BA4D-9874-E1063150B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D0692-BB53-6449-8354-539A69709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97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01AE0E-8243-9041-9CF5-6A180FC98C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CCDC6B-2C5B-ED48-8F79-54C5E2374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FD5BD-CFC6-884F-921D-787946AF2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87C0C-602D-8940-9041-B336B70A0C3F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7E47B-40C9-C442-A624-87E251FC2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A0005-C06E-CB43-BE71-25A8C742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D0692-BB53-6449-8354-539A69709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14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587F15-40C4-A44E-9153-4888057D5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2A83AC-DBD0-8943-8BE1-3DF479225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973E6-6C75-674F-9215-C57E6039DD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387C0C-602D-8940-9041-B336B70A0C3F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8F244-A897-3C41-A510-A74F148CFD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F23B6-56C8-8D43-BAFB-B0903BD07A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0D0692-BB53-6449-8354-539A69709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068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roup 148">
            <a:extLst>
              <a:ext uri="{FF2B5EF4-FFF2-40B4-BE49-F238E27FC236}">
                <a16:creationId xmlns:a16="http://schemas.microsoft.com/office/drawing/2014/main" id="{35F65641-09EE-324E-8FCF-452BBBE8B627}"/>
              </a:ext>
            </a:extLst>
          </p:cNvPr>
          <p:cNvGrpSpPr/>
          <p:nvPr/>
        </p:nvGrpSpPr>
        <p:grpSpPr>
          <a:xfrm>
            <a:off x="993825" y="384307"/>
            <a:ext cx="10493185" cy="6232765"/>
            <a:chOff x="903514" y="508485"/>
            <a:chExt cx="10493185" cy="623276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0D8476E-AB0C-D745-99C0-E92D50EC901D}"/>
                </a:ext>
              </a:extLst>
            </p:cNvPr>
            <p:cNvSpPr/>
            <p:nvPr/>
          </p:nvSpPr>
          <p:spPr>
            <a:xfrm>
              <a:off x="903514" y="2645228"/>
              <a:ext cx="971049" cy="9906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29ABB5C-245A-664B-AC82-6CF16E9C2B86}"/>
                </a:ext>
              </a:extLst>
            </p:cNvPr>
            <p:cNvSpPr/>
            <p:nvPr/>
          </p:nvSpPr>
          <p:spPr>
            <a:xfrm>
              <a:off x="3320140" y="1159329"/>
              <a:ext cx="971049" cy="9906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AEE407C-D954-5A42-BCA5-A73BC095EA3E}"/>
                </a:ext>
              </a:extLst>
            </p:cNvPr>
            <p:cNvSpPr/>
            <p:nvPr/>
          </p:nvSpPr>
          <p:spPr>
            <a:xfrm>
              <a:off x="3320141" y="2645228"/>
              <a:ext cx="971049" cy="9906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b="1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sz="4000" b="1" baseline="-25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</a:t>
              </a:r>
              <a:endParaRPr lang="en-US" sz="4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12730A4-A8D3-0C43-8205-E3D906A81323}"/>
                </a:ext>
              </a:extLst>
            </p:cNvPr>
            <p:cNvCxnSpPr>
              <a:cxnSpLocks/>
              <a:stCxn id="5" idx="6"/>
              <a:endCxn id="9" idx="2"/>
            </p:cNvCxnSpPr>
            <p:nvPr/>
          </p:nvCxnSpPr>
          <p:spPr>
            <a:xfrm>
              <a:off x="1874563" y="3140528"/>
              <a:ext cx="1445578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Elbow Connector 21">
              <a:extLst>
                <a:ext uri="{FF2B5EF4-FFF2-40B4-BE49-F238E27FC236}">
                  <a16:creationId xmlns:a16="http://schemas.microsoft.com/office/drawing/2014/main" id="{5DD64085-477F-224C-B0D9-3F4593DF2E5C}"/>
                </a:ext>
              </a:extLst>
            </p:cNvPr>
            <p:cNvCxnSpPr>
              <a:cxnSpLocks/>
              <a:stCxn id="5" idx="0"/>
              <a:endCxn id="6" idx="1"/>
            </p:cNvCxnSpPr>
            <p:nvPr/>
          </p:nvCxnSpPr>
          <p:spPr>
            <a:xfrm rot="5400000" flipH="1" flipV="1">
              <a:off x="1755279" y="938160"/>
              <a:ext cx="1340829" cy="2073308"/>
            </a:xfrm>
            <a:prstGeom prst="bentConnector3">
              <a:avLst>
                <a:gd name="adj1" fmla="val 100265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44939E7-8533-884E-827F-9AB41187EE17}"/>
                </a:ext>
              </a:extLst>
            </p:cNvPr>
            <p:cNvSpPr/>
            <p:nvPr/>
          </p:nvSpPr>
          <p:spPr>
            <a:xfrm>
              <a:off x="3320139" y="5079239"/>
              <a:ext cx="971049" cy="9906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b="1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sz="4000" b="1" baseline="-25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  <a:endParaRPr lang="en-US" sz="4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CE669984-25E0-F84D-9E91-702302D7AF86}"/>
                </a:ext>
              </a:extLst>
            </p:cNvPr>
            <p:cNvCxnSpPr>
              <a:cxnSpLocks/>
              <a:stCxn id="5" idx="4"/>
              <a:endCxn id="23" idx="2"/>
            </p:cNvCxnSpPr>
            <p:nvPr/>
          </p:nvCxnSpPr>
          <p:spPr>
            <a:xfrm rot="16200000" flipH="1">
              <a:off x="1385234" y="3639633"/>
              <a:ext cx="1938711" cy="1931100"/>
            </a:xfrm>
            <a:prstGeom prst="bentConnector2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B177414-C946-7649-B1C3-477DA7BE5895}"/>
                </a:ext>
              </a:extLst>
            </p:cNvPr>
            <p:cNvSpPr/>
            <p:nvPr/>
          </p:nvSpPr>
          <p:spPr>
            <a:xfrm>
              <a:off x="8915397" y="1928658"/>
              <a:ext cx="971049" cy="9906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b="1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  <a:r>
                <a:rPr lang="en-US" sz="3000" b="1" baseline="-25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</a:t>
              </a:r>
              <a:endPara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E4616531-EF11-E84A-BE5F-8CDBB68C2BD7}"/>
                </a:ext>
              </a:extLst>
            </p:cNvPr>
            <p:cNvSpPr/>
            <p:nvPr/>
          </p:nvSpPr>
          <p:spPr>
            <a:xfrm>
              <a:off x="8915397" y="4231843"/>
              <a:ext cx="971049" cy="9906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b="1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  <a:r>
                <a:rPr lang="en-US" sz="3000" b="1" baseline="-25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  <a:endPara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4" name="Elbow Connector 43">
              <a:extLst>
                <a:ext uri="{FF2B5EF4-FFF2-40B4-BE49-F238E27FC236}">
                  <a16:creationId xmlns:a16="http://schemas.microsoft.com/office/drawing/2014/main" id="{6E1478CC-CE65-6F4E-AEFC-BE1831CBF069}"/>
                </a:ext>
              </a:extLst>
            </p:cNvPr>
            <p:cNvCxnSpPr>
              <a:cxnSpLocks/>
              <a:stCxn id="9" idx="0"/>
              <a:endCxn id="39" idx="2"/>
            </p:cNvCxnSpPr>
            <p:nvPr/>
          </p:nvCxnSpPr>
          <p:spPr>
            <a:xfrm rot="5400000" flipH="1" flipV="1">
              <a:off x="6249896" y="-20272"/>
              <a:ext cx="221270" cy="5109731"/>
            </a:xfrm>
            <a:prstGeom prst="bentConnector2">
              <a:avLst/>
            </a:prstGeom>
            <a:ln w="38100">
              <a:solidFill>
                <a:schemeClr val="accent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Elbow Connector 48">
              <a:extLst>
                <a:ext uri="{FF2B5EF4-FFF2-40B4-BE49-F238E27FC236}">
                  <a16:creationId xmlns:a16="http://schemas.microsoft.com/office/drawing/2014/main" id="{9A6B0D33-D5A5-844E-8E0B-01812D211B69}"/>
                </a:ext>
              </a:extLst>
            </p:cNvPr>
            <p:cNvCxnSpPr>
              <a:cxnSpLocks/>
              <a:stCxn id="23" idx="0"/>
              <a:endCxn id="42" idx="2"/>
            </p:cNvCxnSpPr>
            <p:nvPr/>
          </p:nvCxnSpPr>
          <p:spPr>
            <a:xfrm rot="5400000" flipH="1" flipV="1">
              <a:off x="6184482" y="2348325"/>
              <a:ext cx="352096" cy="5109733"/>
            </a:xfrm>
            <a:prstGeom prst="bentConnector2">
              <a:avLst/>
            </a:prstGeom>
            <a:ln w="38100">
              <a:solidFill>
                <a:srgbClr val="C0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E2645D51-070E-1C43-B340-C128CA105E3F}"/>
                </a:ext>
              </a:extLst>
            </p:cNvPr>
            <p:cNvCxnSpPr>
              <a:cxnSpLocks/>
              <a:endCxn id="59" idx="1"/>
            </p:cNvCxnSpPr>
            <p:nvPr/>
          </p:nvCxnSpPr>
          <p:spPr>
            <a:xfrm flipV="1">
              <a:off x="4291188" y="3140527"/>
              <a:ext cx="1260638" cy="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9C913C7F-5D18-D947-9D0A-BA9259CE0A7A}"/>
                </a:ext>
              </a:extLst>
            </p:cNvPr>
            <p:cNvCxnSpPr>
              <a:cxnSpLocks/>
              <a:endCxn id="60" idx="1"/>
            </p:cNvCxnSpPr>
            <p:nvPr/>
          </p:nvCxnSpPr>
          <p:spPr>
            <a:xfrm>
              <a:off x="4280379" y="5593640"/>
              <a:ext cx="126063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F18B1B4-946A-034A-B50A-3BCCCABD59A2}"/>
                </a:ext>
              </a:extLst>
            </p:cNvPr>
            <p:cNvSpPr txBox="1"/>
            <p:nvPr/>
          </p:nvSpPr>
          <p:spPr>
            <a:xfrm>
              <a:off x="5551826" y="2955861"/>
              <a:ext cx="1223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Cell death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801846D-4546-F44C-B3F7-4EAD686CDF58}"/>
                </a:ext>
              </a:extLst>
            </p:cNvPr>
            <p:cNvSpPr txBox="1"/>
            <p:nvPr/>
          </p:nvSpPr>
          <p:spPr>
            <a:xfrm>
              <a:off x="5541017" y="5408974"/>
              <a:ext cx="1223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Cell death</a:t>
              </a:r>
            </a:p>
          </p:txBody>
        </p:sp>
        <p:cxnSp>
          <p:nvCxnSpPr>
            <p:cNvPr id="61" name="Elbow Connector 60">
              <a:extLst>
                <a:ext uri="{FF2B5EF4-FFF2-40B4-BE49-F238E27FC236}">
                  <a16:creationId xmlns:a16="http://schemas.microsoft.com/office/drawing/2014/main" id="{243D635B-6688-C346-886F-A2CF32713D24}"/>
                </a:ext>
              </a:extLst>
            </p:cNvPr>
            <p:cNvCxnSpPr>
              <a:cxnSpLocks/>
              <a:stCxn id="39" idx="6"/>
              <a:endCxn id="5" idx="1"/>
            </p:cNvCxnSpPr>
            <p:nvPr/>
          </p:nvCxnSpPr>
          <p:spPr>
            <a:xfrm flipH="1">
              <a:off x="1045721" y="2423958"/>
              <a:ext cx="8840725" cy="366340"/>
            </a:xfrm>
            <a:prstGeom prst="bentConnector4">
              <a:avLst>
                <a:gd name="adj1" fmla="val -2586"/>
                <a:gd name="adj2" fmla="val -423435"/>
              </a:avLst>
            </a:prstGeom>
            <a:ln w="38100">
              <a:solidFill>
                <a:schemeClr val="accent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Elbow Connector 66">
              <a:extLst>
                <a:ext uri="{FF2B5EF4-FFF2-40B4-BE49-F238E27FC236}">
                  <a16:creationId xmlns:a16="http://schemas.microsoft.com/office/drawing/2014/main" id="{604E07CC-F700-9C40-BE1E-99BD274B3817}"/>
                </a:ext>
              </a:extLst>
            </p:cNvPr>
            <p:cNvCxnSpPr>
              <a:cxnSpLocks/>
              <a:stCxn id="42" idx="6"/>
              <a:endCxn id="5" idx="3"/>
            </p:cNvCxnSpPr>
            <p:nvPr/>
          </p:nvCxnSpPr>
          <p:spPr>
            <a:xfrm flipH="1" flipV="1">
              <a:off x="1045721" y="3490758"/>
              <a:ext cx="8840725" cy="1236385"/>
            </a:xfrm>
            <a:prstGeom prst="bentConnector4">
              <a:avLst>
                <a:gd name="adj1" fmla="val -2586"/>
                <a:gd name="adj2" fmla="val -130416"/>
              </a:avLst>
            </a:prstGeom>
            <a:ln w="38100">
              <a:solidFill>
                <a:srgbClr val="C0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EF4FE0E-2110-DF4B-A549-24D2620802E8}"/>
                </a:ext>
              </a:extLst>
            </p:cNvPr>
            <p:cNvSpPr txBox="1"/>
            <p:nvPr/>
          </p:nvSpPr>
          <p:spPr>
            <a:xfrm>
              <a:off x="4856968" y="508485"/>
              <a:ext cx="1056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Infection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EFDFB3D3-4FE4-9141-86C6-240478486459}"/>
                    </a:ext>
                  </a:extLst>
                </p:cNvPr>
                <p:cNvSpPr txBox="1"/>
                <p:nvPr/>
              </p:nvSpPr>
              <p:spPr>
                <a:xfrm>
                  <a:off x="2155234" y="947542"/>
                  <a:ext cx="54091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𝓁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𝑭</m:t>
                        </m:r>
                      </m:oMath>
                    </m:oMathPara>
                  </a14:m>
                  <a:endParaRPr lang="en-US" sz="20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EFDFB3D3-4FE4-9141-86C6-2404784864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5234" y="947542"/>
                  <a:ext cx="540917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" name="Elbow Connector 74">
              <a:extLst>
                <a:ext uri="{FF2B5EF4-FFF2-40B4-BE49-F238E27FC236}">
                  <a16:creationId xmlns:a16="http://schemas.microsoft.com/office/drawing/2014/main" id="{F93F7FAC-4BAF-FD4A-B168-E22AE38C43A5}"/>
                </a:ext>
              </a:extLst>
            </p:cNvPr>
            <p:cNvCxnSpPr>
              <a:cxnSpLocks/>
              <a:endCxn id="5" idx="7"/>
            </p:cNvCxnSpPr>
            <p:nvPr/>
          </p:nvCxnSpPr>
          <p:spPr>
            <a:xfrm rot="10800000" flipV="1">
              <a:off x="1732356" y="1874230"/>
              <a:ext cx="1644020" cy="916068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CFA6E604-39F4-BF43-8034-82D1533730EA}"/>
                    </a:ext>
                  </a:extLst>
                </p:cNvPr>
                <p:cNvSpPr txBox="1"/>
                <p:nvPr/>
              </p:nvSpPr>
              <p:spPr>
                <a:xfrm>
                  <a:off x="2241572" y="1517373"/>
                  <a:ext cx="36824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oMath>
                    </m:oMathPara>
                  </a14:m>
                  <a:endPara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CFA6E604-39F4-BF43-8034-82D1533730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1572" y="1517373"/>
                  <a:ext cx="368241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1B4A0092-3603-8C4B-98C4-CB0A4307FBCE}"/>
                    </a:ext>
                  </a:extLst>
                </p:cNvPr>
                <p:cNvSpPr txBox="1"/>
                <p:nvPr/>
              </p:nvSpPr>
              <p:spPr>
                <a:xfrm>
                  <a:off x="2074385" y="2715479"/>
                  <a:ext cx="83317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𝑤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𝑤</m:t>
                            </m:r>
                          </m:sub>
                        </m:sSub>
                      </m:oMath>
                    </m:oMathPara>
                  </a14:m>
                  <a:endParaRPr lang="en-US" sz="2000" i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1B4A0092-3603-8C4B-98C4-CB0A4307FB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4385" y="2715479"/>
                  <a:ext cx="833177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E3DE942-74DA-A549-8A77-D36D4764B835}"/>
                </a:ext>
              </a:extLst>
            </p:cNvPr>
            <p:cNvSpPr txBox="1"/>
            <p:nvPr/>
          </p:nvSpPr>
          <p:spPr>
            <a:xfrm>
              <a:off x="4856968" y="6371918"/>
              <a:ext cx="1056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Infection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00B87098-7DC4-3440-910D-857BA5FFFB4D}"/>
                    </a:ext>
                  </a:extLst>
                </p:cNvPr>
                <p:cNvSpPr txBox="1"/>
                <p:nvPr/>
              </p:nvSpPr>
              <p:spPr>
                <a:xfrm>
                  <a:off x="2024435" y="5545904"/>
                  <a:ext cx="93307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en-US" sz="2000" i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00B87098-7DC4-3440-910D-857BA5FFFB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4435" y="5545904"/>
                  <a:ext cx="933076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187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E50EBEEA-441A-B24F-A60D-A9CE5A5F9687}"/>
                    </a:ext>
                  </a:extLst>
                </p:cNvPr>
                <p:cNvSpPr txBox="1"/>
                <p:nvPr/>
              </p:nvSpPr>
              <p:spPr>
                <a:xfrm>
                  <a:off x="4291188" y="2715479"/>
                  <a:ext cx="124982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𝐶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𝐼</m:t>
                            </m:r>
                          </m:sub>
                        </m:sSub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𝑭</m:t>
                        </m:r>
                      </m:oMath>
                    </m:oMathPara>
                  </a14:m>
                  <a:endParaRPr lang="en-US" sz="2000" b="1" i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E50EBEEA-441A-B24F-A60D-A9CE5A5F96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1188" y="2715479"/>
                  <a:ext cx="1249829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DDE6FDFA-92F3-8044-875A-82CCE913AEED}"/>
                    </a:ext>
                  </a:extLst>
                </p:cNvPr>
                <p:cNvSpPr txBox="1"/>
                <p:nvPr/>
              </p:nvSpPr>
              <p:spPr>
                <a:xfrm>
                  <a:off x="4285783" y="5199274"/>
                  <a:ext cx="124982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𝐶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𝐼</m:t>
                            </m:r>
                          </m:sub>
                        </m:sSub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𝑭</m:t>
                        </m:r>
                      </m:oMath>
                    </m:oMathPara>
                  </a14:m>
                  <a:endParaRPr lang="en-US" sz="2000" b="1" i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DDE6FDFA-92F3-8044-875A-82CCE913AE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5783" y="5199274"/>
                  <a:ext cx="1249829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84FFF9B2-26B2-F445-BFB7-1E307619B8BC}"/>
                    </a:ext>
                  </a:extLst>
                </p:cNvPr>
                <p:cNvSpPr txBox="1"/>
                <p:nvPr/>
              </p:nvSpPr>
              <p:spPr>
                <a:xfrm>
                  <a:off x="4000365" y="2093861"/>
                  <a:ext cx="48032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G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SG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𝜇𝛿</m:t>
                            </m:r>
                            <m:d>
                              <m:dPr>
                                <m:ctrlPr>
                                  <a:rPr lang="en-SG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SG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𝑡𝑟𝑒𝑎𝑡𝑚𝑒𝑛𝑡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SG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SG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𝑡𝑟𝑒𝑎𝑡𝑚𝑒𝑛𝑡</m:t>
                                </m:r>
                              </m:sub>
                            </m:sSub>
                            <m: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  <m:d>
                              <m:dPr>
                                <m:ctrlPr>
                                  <a:rPr lang="en-SG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SG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𝑡𝑟𝑒𝑎𝑡𝑚𝑒𝑛𝑡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1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84FFF9B2-26B2-F445-BFB7-1E307619B8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0365" y="2093861"/>
                  <a:ext cx="4803238" cy="307777"/>
                </a:xfrm>
                <a:prstGeom prst="rect">
                  <a:avLst/>
                </a:prstGeom>
                <a:blipFill>
                  <a:blip r:embed="rId8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E0D11AD1-18D8-C148-9726-D2CA93B101AA}"/>
                    </a:ext>
                  </a:extLst>
                </p:cNvPr>
                <p:cNvSpPr/>
                <p:nvPr/>
              </p:nvSpPr>
              <p:spPr>
                <a:xfrm>
                  <a:off x="5743541" y="4329754"/>
                  <a:ext cx="234301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𝜇𝛿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≥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𝑡𝑟𝑒𝑎𝑡𝑚𝑒𝑛𝑡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E0D11AD1-18D8-C148-9726-D2CA93B101A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3541" y="4329754"/>
                  <a:ext cx="2343014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FDCE18DB-0754-7D4D-8017-1BAA8A32D74E}"/>
                </a:ext>
              </a:extLst>
            </p:cNvPr>
            <p:cNvSpPr txBox="1"/>
            <p:nvPr/>
          </p:nvSpPr>
          <p:spPr>
            <a:xfrm>
              <a:off x="9626021" y="3475677"/>
              <a:ext cx="17706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Virus clearance</a:t>
              </a:r>
            </a:p>
          </p:txBody>
        </p:sp>
        <p:cxnSp>
          <p:nvCxnSpPr>
            <p:cNvPr id="112" name="Elbow Connector 111">
              <a:extLst>
                <a:ext uri="{FF2B5EF4-FFF2-40B4-BE49-F238E27FC236}">
                  <a16:creationId xmlns:a16="http://schemas.microsoft.com/office/drawing/2014/main" id="{6651292C-7C5E-EC49-A6CC-9C53CB10C792}"/>
                </a:ext>
              </a:extLst>
            </p:cNvPr>
            <p:cNvCxnSpPr>
              <a:cxnSpLocks/>
              <a:stCxn id="39" idx="4"/>
              <a:endCxn id="111" idx="0"/>
            </p:cNvCxnSpPr>
            <p:nvPr/>
          </p:nvCxnSpPr>
          <p:spPr>
            <a:xfrm rot="16200000" flipH="1">
              <a:off x="9677932" y="2642248"/>
              <a:ext cx="556419" cy="1110438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Elbow Connector 115">
              <a:extLst>
                <a:ext uri="{FF2B5EF4-FFF2-40B4-BE49-F238E27FC236}">
                  <a16:creationId xmlns:a16="http://schemas.microsoft.com/office/drawing/2014/main" id="{24F837F3-CCD7-454F-821A-B00728EBCCC7}"/>
                </a:ext>
              </a:extLst>
            </p:cNvPr>
            <p:cNvCxnSpPr>
              <a:cxnSpLocks/>
              <a:stCxn id="42" idx="0"/>
              <a:endCxn id="111" idx="2"/>
            </p:cNvCxnSpPr>
            <p:nvPr/>
          </p:nvCxnSpPr>
          <p:spPr>
            <a:xfrm rot="5400000" flipH="1" flipV="1">
              <a:off x="9762724" y="3483207"/>
              <a:ext cx="386834" cy="1110438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EE0CB43D-8CDB-1449-892D-6DD6CC2CA50B}"/>
                    </a:ext>
                  </a:extLst>
                </p:cNvPr>
                <p:cNvSpPr/>
                <p:nvPr/>
              </p:nvSpPr>
              <p:spPr>
                <a:xfrm>
                  <a:off x="9709474" y="2820595"/>
                  <a:ext cx="48942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𝑤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EE0CB43D-8CDB-1449-892D-6DD6CC2CA5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9474" y="2820595"/>
                  <a:ext cx="489429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DC6C4A48-9916-7241-BDD7-8B19A91502E1}"/>
                    </a:ext>
                  </a:extLst>
                </p:cNvPr>
                <p:cNvSpPr/>
                <p:nvPr/>
              </p:nvSpPr>
              <p:spPr>
                <a:xfrm>
                  <a:off x="9709474" y="3970977"/>
                  <a:ext cx="50840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DC6C4A48-9916-7241-BDD7-8B19A91502E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9474" y="3970977"/>
                  <a:ext cx="508409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1" name="Elbow Connector 120">
              <a:extLst>
                <a:ext uri="{FF2B5EF4-FFF2-40B4-BE49-F238E27FC236}">
                  <a16:creationId xmlns:a16="http://schemas.microsoft.com/office/drawing/2014/main" id="{BBE95F66-A5C8-954A-8326-621352348B30}"/>
                </a:ext>
              </a:extLst>
            </p:cNvPr>
            <p:cNvCxnSpPr>
              <a:cxnSpLocks/>
              <a:stCxn id="9" idx="3"/>
              <a:endCxn id="125" idx="0"/>
            </p:cNvCxnSpPr>
            <p:nvPr/>
          </p:nvCxnSpPr>
          <p:spPr>
            <a:xfrm rot="5400000">
              <a:off x="2753785" y="3153775"/>
              <a:ext cx="371581" cy="1045546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accent6">
                  <a:lumMod val="75000"/>
                </a:schemeClr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3B9B16FB-26B9-1742-B499-03F6391688F2}"/>
                </a:ext>
              </a:extLst>
            </p:cNvPr>
            <p:cNvSpPr/>
            <p:nvPr/>
          </p:nvSpPr>
          <p:spPr>
            <a:xfrm>
              <a:off x="1931277" y="3862339"/>
              <a:ext cx="971049" cy="9906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</a:p>
          </p:txBody>
        </p:sp>
        <p:cxnSp>
          <p:nvCxnSpPr>
            <p:cNvPr id="128" name="Elbow Connector 127">
              <a:extLst>
                <a:ext uri="{FF2B5EF4-FFF2-40B4-BE49-F238E27FC236}">
                  <a16:creationId xmlns:a16="http://schemas.microsoft.com/office/drawing/2014/main" id="{613C0C56-7E09-6F4F-A1EE-D5E647901C9F}"/>
                </a:ext>
              </a:extLst>
            </p:cNvPr>
            <p:cNvCxnSpPr>
              <a:cxnSpLocks/>
              <a:stCxn id="23" idx="1"/>
              <a:endCxn id="125" idx="4"/>
            </p:cNvCxnSpPr>
            <p:nvPr/>
          </p:nvCxnSpPr>
          <p:spPr>
            <a:xfrm rot="16200000" flipV="1">
              <a:off x="2753889" y="4515852"/>
              <a:ext cx="371370" cy="1045544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accent6">
                  <a:lumMod val="75000"/>
                </a:schemeClr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98E5B5BA-9D56-AA4D-87B5-1673DF23B4D4}"/>
                </a:ext>
              </a:extLst>
            </p:cNvPr>
            <p:cNvSpPr txBox="1"/>
            <p:nvPr/>
          </p:nvSpPr>
          <p:spPr>
            <a:xfrm>
              <a:off x="2545557" y="5042328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Induce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6BE01CFB-8837-7A4D-8286-1E280E16E660}"/>
                </a:ext>
              </a:extLst>
            </p:cNvPr>
            <p:cNvSpPr txBox="1"/>
            <p:nvPr/>
          </p:nvSpPr>
          <p:spPr>
            <a:xfrm>
              <a:off x="2545557" y="3365292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Induce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5" name="Rectangle 134">
                  <a:extLst>
                    <a:ext uri="{FF2B5EF4-FFF2-40B4-BE49-F238E27FC236}">
                      <a16:creationId xmlns:a16="http://schemas.microsoft.com/office/drawing/2014/main" id="{6B71CB15-66BF-DE43-ADF5-28CDD166400D}"/>
                    </a:ext>
                  </a:extLst>
                </p:cNvPr>
                <p:cNvSpPr/>
                <p:nvPr/>
              </p:nvSpPr>
              <p:spPr>
                <a:xfrm>
                  <a:off x="2782548" y="3605224"/>
                  <a:ext cx="47961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35" name="Rectangle 134">
                  <a:extLst>
                    <a:ext uri="{FF2B5EF4-FFF2-40B4-BE49-F238E27FC236}">
                      <a16:creationId xmlns:a16="http://schemas.microsoft.com/office/drawing/2014/main" id="{6B71CB15-66BF-DE43-ADF5-28CDD166400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2548" y="3605224"/>
                  <a:ext cx="479618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6" name="Rectangle 135">
                  <a:extLst>
                    <a:ext uri="{FF2B5EF4-FFF2-40B4-BE49-F238E27FC236}">
                      <a16:creationId xmlns:a16="http://schemas.microsoft.com/office/drawing/2014/main" id="{E872C6FA-C907-C946-A7E7-DEB7E35A2D25}"/>
                    </a:ext>
                  </a:extLst>
                </p:cNvPr>
                <p:cNvSpPr/>
                <p:nvPr/>
              </p:nvSpPr>
              <p:spPr>
                <a:xfrm>
                  <a:off x="2782548" y="4637172"/>
                  <a:ext cx="47961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36" name="Rectangle 135">
                  <a:extLst>
                    <a:ext uri="{FF2B5EF4-FFF2-40B4-BE49-F238E27FC236}">
                      <a16:creationId xmlns:a16="http://schemas.microsoft.com/office/drawing/2014/main" id="{E872C6FA-C907-C946-A7E7-DEB7E35A2D2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2548" y="4637172"/>
                  <a:ext cx="479618" cy="369332"/>
                </a:xfrm>
                <a:prstGeom prst="rect">
                  <a:avLst/>
                </a:prstGeom>
                <a:blipFill>
                  <a:blip r:embed="rId1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0245C3EB-494C-6449-9538-D73E4B2C84B6}"/>
                </a:ext>
              </a:extLst>
            </p:cNvPr>
            <p:cNvCxnSpPr>
              <a:cxnSpLocks/>
              <a:stCxn id="125" idx="6"/>
              <a:endCxn id="138" idx="1"/>
            </p:cNvCxnSpPr>
            <p:nvPr/>
          </p:nvCxnSpPr>
          <p:spPr>
            <a:xfrm flipV="1">
              <a:off x="2902326" y="4355639"/>
              <a:ext cx="560020" cy="2000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26916BA-9458-F94A-8647-D19E1E7A71A6}"/>
                </a:ext>
              </a:extLst>
            </p:cNvPr>
            <p:cNvSpPr txBox="1"/>
            <p:nvPr/>
          </p:nvSpPr>
          <p:spPr>
            <a:xfrm>
              <a:off x="3462346" y="4186362"/>
              <a:ext cx="207326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Interferon decay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6" name="Rectangle 145">
                  <a:extLst>
                    <a:ext uri="{FF2B5EF4-FFF2-40B4-BE49-F238E27FC236}">
                      <a16:creationId xmlns:a16="http://schemas.microsoft.com/office/drawing/2014/main" id="{6ED0FF31-C6F5-364F-BBB7-3C1F6DDAFF94}"/>
                    </a:ext>
                  </a:extLst>
                </p:cNvPr>
                <p:cNvSpPr/>
                <p:nvPr/>
              </p:nvSpPr>
              <p:spPr>
                <a:xfrm>
                  <a:off x="2891410" y="3986057"/>
                  <a:ext cx="49173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46" name="Rectangle 145">
                  <a:extLst>
                    <a:ext uri="{FF2B5EF4-FFF2-40B4-BE49-F238E27FC236}">
                      <a16:creationId xmlns:a16="http://schemas.microsoft.com/office/drawing/2014/main" id="{6ED0FF31-C6F5-364F-BBB7-3C1F6DDAFF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1410" y="3986057"/>
                  <a:ext cx="491738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91201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44</Words>
  <Application>Microsoft Macintosh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Alvin Han</dc:creator>
  <cp:lastModifiedBy>Alvin Han</cp:lastModifiedBy>
  <cp:revision>4</cp:revision>
  <dcterms:created xsi:type="dcterms:W3CDTF">2025-03-06T02:27:25Z</dcterms:created>
  <dcterms:modified xsi:type="dcterms:W3CDTF">2025-03-06T03:01:40Z</dcterms:modified>
</cp:coreProperties>
</file>